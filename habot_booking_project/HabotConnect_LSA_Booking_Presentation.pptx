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HabotConnect — LSA Service Booking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Python Backend Developer Hiring Project</a:t>
            </a:r>
          </a:p>
          <a:p>
            <a:pPr>
              <a:spcAft>
                <a:spcPts val="1000"/>
              </a:spcAft>
              <a:defRPr sz="2000"/>
            </a:pPr>
            <a:r>
              <a:t>Santhosh</a:t>
            </a:r>
          </a:p>
          <a:p>
            <a:pPr>
              <a:spcAft>
                <a:spcPts val="1000"/>
              </a:spcAft>
              <a:defRPr sz="2000"/>
            </a:pPr>
            <a:r>
              <a:t>Django REST Framework • PostgreSQL-ready • Pytest • GitHub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HabotConnect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Problem &amp;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Connect parents with Learning Support Assistants (LSAs)</a:t>
            </a:r>
          </a:p>
          <a:p>
            <a:pPr>
              <a:spcAft>
                <a:spcPts val="1000"/>
              </a:spcAft>
              <a:defRPr sz="2000"/>
            </a:pPr>
            <a:r>
              <a:t>Create reliable booking requests</a:t>
            </a:r>
          </a:p>
          <a:p>
            <a:pPr>
              <a:spcAft>
                <a:spcPts val="1000"/>
              </a:spcAft>
              <a:defRPr sz="2000"/>
            </a:pPr>
            <a:r>
              <a:t>Prevent overlapping sessions / double-bookings</a:t>
            </a:r>
          </a:p>
          <a:p>
            <a:pPr>
              <a:spcAft>
                <a:spcPts val="1000"/>
              </a:spcAft>
              <a:defRPr sz="2000"/>
            </a:pPr>
            <a:r>
              <a:t>Search active LSAs by skills without N+1 queries</a:t>
            </a:r>
          </a:p>
          <a:p>
            <a:pPr>
              <a:spcAft>
                <a:spcPts val="1000"/>
              </a:spcAft>
              <a:defRPr sz="2000"/>
            </a:pPr>
            <a:r>
              <a:t>Process payment success/failure through a webhook</a:t>
            </a:r>
          </a:p>
          <a:p>
            <a:pPr>
              <a:spcAft>
                <a:spcPts val="1000"/>
              </a:spcAft>
              <a:defRPr sz="2000"/>
            </a:pPr>
            <a:r>
              <a:t>Automated tests, documentation and 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HabotConnect •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Technology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Python 3.11+</a:t>
            </a:r>
          </a:p>
          <a:p>
            <a:pPr>
              <a:spcAft>
                <a:spcPts val="1000"/>
              </a:spcAft>
              <a:defRPr sz="2000"/>
            </a:pPr>
            <a:r>
              <a:t>Django + Django REST Framework</a:t>
            </a:r>
          </a:p>
          <a:p>
            <a:pPr>
              <a:spcAft>
                <a:spcPts val="1000"/>
              </a:spcAft>
              <a:defRPr sz="2000"/>
            </a:pPr>
            <a:r>
              <a:t>Django ORM for relational data access</a:t>
            </a:r>
          </a:p>
          <a:p>
            <a:pPr>
              <a:spcAft>
                <a:spcPts val="1000"/>
              </a:spcAft>
              <a:defRPr sz="2000"/>
            </a:pPr>
            <a:r>
              <a:t>SQLite for quick local demo; PostgreSQL recommended for production</a:t>
            </a:r>
          </a:p>
          <a:p>
            <a:pPr>
              <a:spcAft>
                <a:spcPts val="1000"/>
              </a:spcAft>
              <a:defRPr sz="2000"/>
            </a:pPr>
            <a:r>
              <a:t>Pytest + pytest-django for automated testing</a:t>
            </a:r>
          </a:p>
          <a:p>
            <a:pPr>
              <a:spcAft>
                <a:spcPts val="1000"/>
              </a:spcAft>
              <a:defRPr sz="2000"/>
            </a:pPr>
            <a:r>
              <a:t>requests for mock third-party payment integration</a:t>
            </a:r>
          </a:p>
          <a:p>
            <a:pPr>
              <a:spcAft>
                <a:spcPts val="1000"/>
              </a:spcAft>
              <a:defRPr sz="2000"/>
            </a:pPr>
            <a:r>
              <a:t>GitHub Actions for continuous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HabotConnect •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HTTP Client → URL Router → API View</a:t>
            </a:r>
          </a:p>
          <a:p>
            <a:pPr>
              <a:spcAft>
                <a:spcPts val="1000"/>
              </a:spcAft>
              <a:defRPr sz="2000"/>
            </a:pPr>
            <a:r>
              <a:t>Serializer validates request data</a:t>
            </a:r>
          </a:p>
          <a:p>
            <a:pPr>
              <a:spcAft>
                <a:spcPts val="1000"/>
              </a:spcAft>
              <a:defRPr sz="2000"/>
            </a:pPr>
            <a:r>
              <a:t>Service layer owns booking/payment business rules</a:t>
            </a:r>
          </a:p>
          <a:p>
            <a:pPr>
              <a:spcAft>
                <a:spcPts val="1000"/>
              </a:spcAft>
              <a:defRPr sz="2000"/>
            </a:pPr>
            <a:r>
              <a:t>Django ORM handles transactions and database access</a:t>
            </a:r>
          </a:p>
          <a:p>
            <a:pPr>
              <a:spcAft>
                <a:spcPts val="1000"/>
              </a:spcAft>
              <a:defRPr sz="2000"/>
            </a:pPr>
            <a:r>
              <a:t>Payment webhook updates Payment and Booking state atomically</a:t>
            </a:r>
          </a:p>
          <a:p>
            <a:pPr>
              <a:spcAft>
                <a:spcPts val="1000"/>
              </a:spcAft>
              <a:defRPr sz="2000"/>
            </a:pPr>
            <a:r>
              <a:t>Logging records external integration failures and state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HabotConnect •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Database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Parent 1 — * BookingRequest * — 1 LSAProfile</a:t>
            </a:r>
          </a:p>
          <a:p>
            <a:pPr>
              <a:spcAft>
                <a:spcPts val="1000"/>
              </a:spcAft>
              <a:defRPr sz="2000"/>
            </a:pPr>
            <a:r>
              <a:t>BookingRequest 1 — 1 Payment</a:t>
            </a:r>
          </a:p>
          <a:p>
            <a:pPr>
              <a:spcAft>
                <a:spcPts val="1000"/>
              </a:spcAft>
              <a:defRPr sz="2000"/>
            </a:pPr>
            <a:r>
              <a:t>UUID primary keys for domain entities</a:t>
            </a:r>
          </a:p>
          <a:p>
            <a:pPr>
              <a:spcAft>
                <a:spcPts val="1000"/>
              </a:spcAft>
              <a:defRPr sz="2000"/>
            </a:pPr>
            <a:r>
              <a:t>Indexes on LSA/time, parent/time, status/time and payment status</a:t>
            </a:r>
          </a:p>
          <a:p>
            <a:pPr>
              <a:spcAft>
                <a:spcPts val="1000"/>
              </a:spcAft>
              <a:defRPr sz="2000"/>
            </a:pPr>
            <a:r>
              <a:t>Check constraints enforce end &gt; start and non-negative amounts</a:t>
            </a:r>
          </a:p>
          <a:p>
            <a:pPr>
              <a:spcAft>
                <a:spcPts val="1000"/>
              </a:spcAft>
              <a:defRPr sz="2000"/>
            </a:pPr>
            <a:r>
              <a:t>Foreign keys use protective deletes for Parent/LSA booking history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HabotConnect •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Booking API — POST /api/v1/bookings/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Validates parent, LSA, future start time, end time and positive amount</a:t>
            </a:r>
          </a:p>
          <a:p>
            <a:pPr>
              <a:spcAft>
                <a:spcPts val="1000"/>
              </a:spcAft>
              <a:defRPr sz="2000"/>
            </a:pPr>
            <a:r>
              <a:t>Rejects inactive LSAs</a:t>
            </a:r>
          </a:p>
          <a:p>
            <a:pPr>
              <a:spcAft>
                <a:spcPts val="1000"/>
              </a:spcAft>
              <a:defRPr sz="2000"/>
            </a:pPr>
            <a:r>
              <a:t>Uses transaction.atomic()</a:t>
            </a:r>
          </a:p>
          <a:p>
            <a:pPr>
              <a:spcAft>
                <a:spcPts val="1000"/>
              </a:spcAft>
              <a:defRPr sz="2000"/>
            </a:pPr>
            <a:r>
              <a:t>select_for_update() locks the selected LSA row during the overlap check</a:t>
            </a:r>
          </a:p>
          <a:p>
            <a:pPr>
              <a:spcAft>
                <a:spcPts val="1000"/>
              </a:spcAft>
              <a:defRPr sz="2000"/>
            </a:pPr>
            <a:r>
              <a:t>Returns 201 Created for a valid booking</a:t>
            </a:r>
          </a:p>
          <a:p>
            <a:pPr>
              <a:spcAft>
                <a:spcPts val="1000"/>
              </a:spcAft>
              <a:defRPr sz="2000"/>
            </a:pPr>
            <a:r>
              <a:t>Returns 409 Conflict when an overlapping session is detected</a:t>
            </a:r>
          </a:p>
          <a:p>
            <a:pPr>
              <a:spcAft>
                <a:spcPts val="1000"/>
              </a:spcAft>
              <a:defRPr sz="2000"/>
            </a:pPr>
            <a:r>
              <a:t>Initial state: PENDING_PAYMENT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HabotConnect •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Double-Booking Prevention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 b="1"/>
            </a:pPr>
            <a:r>
              <a:t>Overlap rule:</a:t>
            </a:r>
          </a:p>
          <a:p>
            <a:pPr>
              <a:spcAft>
                <a:spcPts val="1000"/>
              </a:spcAft>
              <a:defRPr sz="2000"/>
            </a:pPr>
            <a:r>
              <a:t>existing_start &lt; new_end AND existing_end &gt; new_start</a:t>
            </a:r>
          </a:p>
          <a:p>
            <a:pPr>
              <a:spcAft>
                <a:spcPts val="1000"/>
              </a:spcAft>
              <a:defRPr sz="2000"/>
            </a:pPr>
            <a:r>
              <a:t>CANCELLED and PAYMENT_FAILED sessions do not block a new session</a:t>
            </a:r>
          </a:p>
          <a:p>
            <a:pPr>
              <a:spcAft>
                <a:spcPts val="1000"/>
              </a:spcAft>
              <a:defRPr sz="2000"/>
            </a:pPr>
            <a:r>
              <a:t>The LSA row lock serializes competing booking requests for the same LSA</a:t>
            </a:r>
          </a:p>
          <a:p>
            <a:pPr>
              <a:spcAft>
                <a:spcPts val="1000"/>
              </a:spcAft>
              <a:defRPr sz="1700"/>
            </a:pPr>
            <a:r>
              <a:t>For high-scale PostgreSQL, an exclusion constraint can provide a second database-level safety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HabotConnect •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LSA Search &amp; N+1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GET /api/v1/lsas/search/?skill=reading</a:t>
            </a:r>
          </a:p>
          <a:p>
            <a:pPr>
              <a:spcAft>
                <a:spcPts val="1000"/>
              </a:spcAft>
              <a:defRPr sz="2000"/>
            </a:pPr>
            <a:r>
              <a:t>Filters active LSAs at database level</a:t>
            </a:r>
          </a:p>
          <a:p>
            <a:pPr>
              <a:spcAft>
                <a:spcPts val="1000"/>
              </a:spcAft>
              <a:defRPr sz="2000"/>
            </a:pPr>
            <a:r>
              <a:t>Returns only fields needed by the serializer with .only(...)</a:t>
            </a:r>
          </a:p>
          <a:p>
            <a:pPr>
              <a:spcAft>
                <a:spcPts val="1000"/>
              </a:spcAft>
              <a:defRPr sz="2000"/>
            </a:pPr>
            <a:r>
              <a:t>Does not traverse related booking collections</a:t>
            </a:r>
          </a:p>
          <a:p>
            <a:pPr>
              <a:spcAft>
                <a:spcPts val="1000"/>
              </a:spcAft>
              <a:defRPr sz="2000"/>
            </a:pPr>
            <a:r>
              <a:t>Automated test verifies the endpoint executes one database query</a:t>
            </a:r>
          </a:p>
          <a:p>
            <a:pPr>
              <a:spcAft>
                <a:spcPts val="1000"/>
              </a:spcAft>
              <a:defRPr sz="2000"/>
            </a:pPr>
            <a:r>
              <a:t>This avoids the classic one-query-per-row N+1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HabotConnect •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Payment Integration &amp; Webhook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requests library calls a configurable mock gateway</a:t>
            </a:r>
          </a:p>
          <a:p>
            <a:pPr>
              <a:spcAft>
                <a:spcPts val="1000"/>
              </a:spcAft>
              <a:defRPr sz="2000"/>
            </a:pPr>
            <a:r>
              <a:t>External calls use a timeout and raise_for_status()</a:t>
            </a:r>
          </a:p>
          <a:p>
            <a:pPr>
              <a:spcAft>
                <a:spcPts val="1000"/>
              </a:spcAft>
              <a:defRPr sz="2000"/>
            </a:pPr>
            <a:r>
              <a:t>Request failures are logged and raised to the caller</a:t>
            </a:r>
          </a:p>
          <a:p>
            <a:pPr>
              <a:spcAft>
                <a:spcPts val="1000"/>
              </a:spcAft>
              <a:defRPr sz="2000"/>
            </a:pPr>
            <a:r>
              <a:t>Webhook validates booking ID, transaction ID, status and amount</a:t>
            </a:r>
          </a:p>
          <a:p>
            <a:pPr>
              <a:spcAft>
                <a:spcPts val="1000"/>
              </a:spcAft>
              <a:defRPr sz="2000"/>
            </a:pPr>
            <a:r>
              <a:t>SUCCESS → Booking CONFIRMED</a:t>
            </a:r>
          </a:p>
          <a:p>
            <a:pPr>
              <a:spcAft>
                <a:spcPts val="1000"/>
              </a:spcAft>
              <a:defRPr sz="2000"/>
            </a:pPr>
            <a:r>
              <a:t>FAILED → Booking PAYMENT_FAILED</a:t>
            </a:r>
          </a:p>
          <a:p>
            <a:pPr>
              <a:spcAft>
                <a:spcPts val="1000"/>
              </a:spcAft>
              <a:defRPr sz="2000"/>
            </a:pPr>
            <a:r>
              <a:t>Payment and booking state transition are wrapped in one atomic transaction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HabotConnect •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Automated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Successful booking creation</a:t>
            </a:r>
          </a:p>
          <a:p>
            <a:pPr>
              <a:spcAft>
                <a:spcPts val="1000"/>
              </a:spcAft>
              <a:defRPr sz="2000"/>
            </a:pPr>
            <a:r>
              <a:t>Overlapping booking rejection</a:t>
            </a:r>
          </a:p>
          <a:p>
            <a:pPr>
              <a:spcAft>
                <a:spcPts val="1000"/>
              </a:spcAft>
              <a:defRPr sz="2000"/>
            </a:pPr>
            <a:r>
              <a:t>Past-session validation</a:t>
            </a:r>
          </a:p>
          <a:p>
            <a:pPr>
              <a:spcAft>
                <a:spcPts val="1000"/>
              </a:spcAft>
              <a:defRPr sz="2000"/>
            </a:pPr>
            <a:r>
              <a:t>Inactive LSA rejection</a:t>
            </a:r>
          </a:p>
          <a:p>
            <a:pPr>
              <a:spcAft>
                <a:spcPts val="1000"/>
              </a:spcAft>
              <a:defRPr sz="2000"/>
            </a:pPr>
            <a:r>
              <a:t>Single-query LSA search</a:t>
            </a:r>
          </a:p>
          <a:p>
            <a:pPr>
              <a:spcAft>
                <a:spcPts val="1000"/>
              </a:spcAft>
              <a:defRPr sz="2000"/>
            </a:pPr>
            <a:r>
              <a:t>Successful payment webhook</a:t>
            </a:r>
          </a:p>
          <a:p>
            <a:pPr>
              <a:spcAft>
                <a:spcPts val="1000"/>
              </a:spcAft>
              <a:defRPr sz="2000"/>
            </a:pPr>
            <a:r>
              <a:t>Payment amount mismatch</a:t>
            </a:r>
          </a:p>
          <a:p>
            <a:pPr>
              <a:spcAft>
                <a:spcPts val="1000"/>
              </a:spcAft>
              <a:defRPr sz="2000"/>
            </a:pPr>
            <a:r>
              <a:t>Mocked third-party request with timeout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HabotConnect •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CI/CD &amp; Production Hardening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GitHub Actions runs pytest on push and pull request</a:t>
            </a:r>
          </a:p>
          <a:p>
            <a:pPr>
              <a:spcAft>
                <a:spcPts val="1000"/>
              </a:spcAft>
              <a:defRPr sz="2000"/>
            </a:pPr>
            <a:r>
              <a:t>Matrix covers Python 3.11, 3.12 and 3.13</a:t>
            </a:r>
          </a:p>
          <a:p>
            <a:pPr>
              <a:spcAft>
                <a:spcPts val="1000"/>
              </a:spcAft>
              <a:defRPr sz="2000"/>
            </a:pPr>
            <a:r>
              <a:t>Production: PostgreSQL + database-level time-range exclusion</a:t>
            </a:r>
          </a:p>
          <a:p>
            <a:pPr>
              <a:spcAft>
                <a:spcPts val="1000"/>
              </a:spcAft>
              <a:defRPr sz="2000"/>
            </a:pPr>
            <a:r>
              <a:t>Production: webhook signature verification</a:t>
            </a:r>
          </a:p>
          <a:p>
            <a:pPr>
              <a:spcAft>
                <a:spcPts val="1000"/>
              </a:spcAft>
              <a:defRPr sz="2000"/>
            </a:pPr>
            <a:r>
              <a:t>Production: authentication, authorization, rate limiting and idempotency keys</a:t>
            </a:r>
          </a:p>
          <a:p>
            <a:pPr>
              <a:spcAft>
                <a:spcPts val="1000"/>
              </a:spcAft>
              <a:defRPr sz="2000"/>
            </a:pPr>
            <a:r>
              <a:t>Production: secrets manager, structured logs, monitoring and alerting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HabotConnect •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Demo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1. Search LSAs by skill</a:t>
            </a:r>
          </a:p>
          <a:p>
            <a:pPr>
              <a:spcAft>
                <a:spcPts val="1000"/>
              </a:spcAft>
              <a:defRPr sz="2000"/>
            </a:pPr>
            <a:r>
              <a:t>2. Create a valid booking</a:t>
            </a:r>
          </a:p>
          <a:p>
            <a:pPr>
              <a:spcAft>
                <a:spcPts val="1000"/>
              </a:spcAft>
              <a:defRPr sz="2000"/>
            </a:pPr>
            <a:r>
              <a:t>3. Repeat an overlapping booking → 409</a:t>
            </a:r>
          </a:p>
          <a:p>
            <a:pPr>
              <a:spcAft>
                <a:spcPts val="1000"/>
              </a:spcAft>
              <a:defRPr sz="2000"/>
            </a:pPr>
            <a:r>
              <a:t>4. Send SUCCESS payment webhook → CONFIRMED</a:t>
            </a:r>
          </a:p>
          <a:p>
            <a:pPr>
              <a:spcAft>
                <a:spcPts val="1000"/>
              </a:spcAft>
              <a:defRPr sz="2000"/>
            </a:pPr>
            <a:r>
              <a:t>5. Run pytest and show passing tests</a:t>
            </a:r>
          </a:p>
          <a:p>
            <a:pPr>
              <a:spcAft>
                <a:spcPts val="1000"/>
              </a:spcAft>
              <a:defRPr sz="2000"/>
            </a:pPr>
            <a:r>
              <a:t>Repository: add your public GitHub/GitLab URL before submission</a:t>
            </a:r>
          </a:p>
          <a:p>
            <a:pPr>
              <a:spcAft>
                <a:spcPts val="1000"/>
              </a:spcAft>
              <a:defRPr sz="2000"/>
            </a:pPr>
            <a:r>
              <a:t>Submission deadline in the provided form: 13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6400800"/>
            <a:ext cx="1645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HabotConnect •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